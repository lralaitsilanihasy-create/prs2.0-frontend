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l’Assistant</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Vérifient la levée des observations, transmettent la décision ; l’Assistant archive.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11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l’Assistant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L’écran des notifications · La cloche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2" name="Text 10"/>
          <p:cNvSpPr/>
          <p:nvPr/>
        </p:nvSpPr>
        <p:spPr>
          <a:xfrm>
            <a:off x="4525320"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PV reçus pour archivage · L’archivage du PV · Les écrans figés à la soumission</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1" name="Text 19"/>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PV reçus pour archivage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V reçus pour archiv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 (ici le Président, qui exerce cette tâche par délégation).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définitifs transmis à l’archivage, avec leur avis et leur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PV dit qui doit l’archiver (« à archiver par l’Assistant ») ou quand il l’a été.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L’archivage du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rchivage du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Dernière étape avant la clôture » : la décision est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Archiver le PV » clôt le dossier.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l’Assistant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18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(1/4)</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(2/4)</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(3/4)</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Délégation ascendante : neuf paires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peut exercer les tâches du Secrétaire, du Chef de commission, du Membre, du Vérificateur et de l’Assistant ; le Chef de commission celles du Secrétaire, du Membre, du Vérificateur et de l’Assistant. La délégation n’est pas transitive et n’ouvre aucun </a:t>
                      </a:r>
                      <a:pPr indent="0" marL="0">
                        <a:buNone/>
                      </a:pPr>
                      <a:r>
                        <a:rPr lang="en-US" sz="1100" b="1" dirty="0">
                          <a:solidFill>
                            <a:srgbClr val="1B2A3A"/>
                          </a:solidFill>
                          <a:latin typeface="Segoe UI" pitchFamily="34" charset="0"/>
                          <a:ea typeface="Segoe UI" pitchFamily="34" charset="-122"/>
                          <a:cs typeface="Segoe UI" pitchFamily="34" charset="-120"/>
                        </a:rPr>
                        <a:t>acte d’identité</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L’archivage clôt le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archivage</a:t>
                      </a:r>
                      <a:pPr indent="0" marL="0">
                        <a:buNone/>
                      </a:pPr>
                      <a:r>
                        <a:rPr lang="en-US" sz="1100" dirty="0">
                          <a:solidFill>
                            <a:srgbClr val="1B2A3A"/>
                          </a:solidFill>
                          <a:latin typeface="Segoe UI" pitchFamily="34" charset="0"/>
                          <a:ea typeface="Segoe UI" pitchFamily="34" charset="-122"/>
                          <a:cs typeface="Segoe UI" pitchFamily="34" charset="-120"/>
                        </a:rPr>
                        <a:t> du PV par l’Assistant de la localité, ou par délégation, clôt le dossier ; il prévient le Chargé de publication. L’Assistant archive aussi les lettres de renvoi signées.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(4/4)</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L’Assistant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L’Assistant</dc:title>
  <dc:subject>PptxGenJS Presentation</dc:subject>
  <dc:creator>PRS 2.0</dc:creator>
  <cp:lastModifiedBy>PRS 2.0</cp:lastModifiedBy>
  <cp:revision>1</cp:revision>
  <dcterms:created xsi:type="dcterms:W3CDTF">2026-10-14T12:36:47Z</dcterms:created>
  <dcterms:modified xsi:type="dcterms:W3CDTF">2026-10-14T12:36:47Z</dcterms:modified>
</cp:coreProperties>
</file>