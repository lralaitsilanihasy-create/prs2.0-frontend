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Chargé de publication</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Publie les décisions ; administre les comptes, les référentiels et les paramètres.</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9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Chargé de publication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connexion · Changer son mot de passe · Une actualité à l’ouverture · L’écran des notifications · La cloche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12" name="Text 10"/>
          <p:cNvSpPr/>
          <p:nvPr/>
        </p:nvSpPr>
        <p:spPr>
          <a:xfrm>
            <a:off x="4525320"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publications · Les documents publics</a:t>
            </a:r>
            <a:endParaRPr lang="en-US" sz="1200" dirty="0"/>
          </a:p>
        </p:txBody>
      </p:sp>
      <p:sp>
        <p:nvSpPr>
          <p:cNvPr id="21" name="Text 19"/>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PUBLICATION ·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publications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ubl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Chargé de publication crée et met à jour ; les PRMP et la Commission consultent.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publication : objet, statut, nombre de consultations.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publication naît en attente, se publie, puis peut être retirée — toujours avec un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publication n’est encore enregistrée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PUBLICATION ·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documents publics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cuments public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Chargé de publication.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documents mis à la disposition du public, rattachés à une publication : type, libellé, format, taille.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document porte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 numérique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l’intégrité du fichier se vérifie à tout moment.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 document n’est encore enregistré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Chargé de publication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15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(2/3)</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(3/3)</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Chargé de publication cloisonné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Chargé de publication gère le portail de transparence sans accès au circuit interne, au journal d’audit ni aux statistiques de la CNM. Il est </a:t>
                      </a:r>
                      <a:pPr indent="0" marL="0">
                        <a:buNone/>
                      </a:pPr>
                      <a:r>
                        <a:rPr lang="en-US" sz="1100" b="1" dirty="0">
                          <a:solidFill>
                            <a:srgbClr val="1B2A3A"/>
                          </a:solidFill>
                          <a:latin typeface="Segoe UI" pitchFamily="34" charset="0"/>
                          <a:ea typeface="Segoe UI" pitchFamily="34" charset="-122"/>
                          <a:cs typeface="Segoe UI" pitchFamily="34" charset="-120"/>
                        </a:rPr>
                        <a:t>avisé</a:t>
                      </a:r>
                      <a:pPr indent="0" marL="0">
                        <a:buNone/>
                      </a:pPr>
                      <a:r>
                        <a:rPr lang="en-US" sz="1100" dirty="0">
                          <a:solidFill>
                            <a:srgbClr val="1B2A3A"/>
                          </a:solidFill>
                          <a:latin typeface="Segoe UI" pitchFamily="34" charset="0"/>
                          <a:ea typeface="Segoe UI" pitchFamily="34" charset="-122"/>
                          <a:cs typeface="Segoe UI" pitchFamily="34" charset="-120"/>
                        </a:rPr>
                        <a:t> à chaque clôture conforme éligible à publication.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Publier, puis retirer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publication naît </a:t>
                      </a:r>
                      <a:pPr indent="0" marL="0">
                        <a:buNone/>
                      </a:pPr>
                      <a:r>
                        <a:rPr lang="en-US" sz="1100" b="1" dirty="0">
                          <a:solidFill>
                            <a:srgbClr val="1B2A3A"/>
                          </a:solidFill>
                          <a:latin typeface="Segoe UI" pitchFamily="34" charset="0"/>
                          <a:ea typeface="Segoe UI" pitchFamily="34" charset="-122"/>
                          <a:cs typeface="Segoe UI" pitchFamily="34" charset="-120"/>
                        </a:rPr>
                        <a:t>en attente</a:t>
                      </a:r>
                      <a:pPr indent="0" marL="0">
                        <a:buNone/>
                      </a:pPr>
                      <a:r>
                        <a:rPr lang="en-US" sz="1100" dirty="0">
                          <a:solidFill>
                            <a:srgbClr val="1B2A3A"/>
                          </a:solidFill>
                          <a:latin typeface="Segoe UI" pitchFamily="34" charset="0"/>
                          <a:ea typeface="Segoe UI" pitchFamily="34" charset="-122"/>
                          <a:cs typeface="Segoe UI" pitchFamily="34" charset="-120"/>
                        </a:rPr>
                        <a:t> ; seule une publication en attente se publie, seule une publication publiée se retire. Chaque consultation incrémente son compteur.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toujours motivé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Retirer une publication exige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conservé avec la date du retrait : la dépublication reste documentée.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Documents publics vérifiables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document public est mis en ligne en PDF avec son </a:t>
                      </a:r>
                      <a:pPr indent="0" marL="0">
                        <a:buNone/>
                      </a:pPr>
                      <a:r>
                        <a:rPr lang="en-US" sz="1100" b="1" dirty="0">
                          <a:solidFill>
                            <a:srgbClr val="1B2A3A"/>
                          </a:solidFill>
                          <a:latin typeface="Segoe UI" pitchFamily="34" charset="0"/>
                          <a:ea typeface="Segoe UI" pitchFamily="34" charset="-122"/>
                          <a:cs typeface="Segoe UI" pitchFamily="34" charset="-120"/>
                        </a:rPr>
                        <a:t>empreinte numérique</a:t>
                      </a:r>
                      <a:pPr indent="0" marL="0">
                        <a:buNone/>
                      </a:pPr>
                      <a:r>
                        <a:rPr lang="en-US" sz="1100" dirty="0">
                          <a:solidFill>
                            <a:srgbClr val="1B2A3A"/>
                          </a:solidFill>
                          <a:latin typeface="Segoe UI" pitchFamily="34" charset="0"/>
                          <a:ea typeface="Segoe UI" pitchFamily="34" charset="-122"/>
                          <a:cs typeface="Segoe UI" pitchFamily="34" charset="-120"/>
                        </a:rPr>
                        <a:t> (SHA-256) ; l’intégrité d’un fichier se vérifie à tout moment en recalculant l’empreinte.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Chargé de publication · 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Chargé de publication</dc:title>
  <dc:subject>PptxGenJS Presentation</dc:subject>
  <dc:creator>PRS 2.0</dc:creator>
  <cp:lastModifiedBy>PRS 2.0</cp:lastModifiedBy>
  <cp:revision>1</cp:revision>
  <dcterms:created xsi:type="dcterms:W3CDTF">2026-10-14T12:36:47Z</dcterms:created>
  <dcterms:modified xsi:type="dcterms:W3CDTF">2026-10-14T12:36:47Z</dcterms:modified>
</cp:coreProperties>
</file>